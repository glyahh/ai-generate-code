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1567904"/>
            <a:ext cx="477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1872704"/>
            <a:ext cx="4773650" cy="103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spcAft>
                <a:spcPts val="14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Generation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34901" y="3086546"/>
            <a:ext cx="47736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AI to generate, edit, and deploy web applications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3524696"/>
            <a:ext cx="634901" cy="50750"/>
          </a:xfrm>
          <a:prstGeom prst="roundRect">
            <a:avLst>
              <a:gd name="adj" fmla="val 50049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67475" y="1809750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5EA8A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7779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pic>
        <p:nvPicPr>
          <p:cNvPr id="8" name="Image 0" descr="D:/pptx-work/icon-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2344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381000" cy="381000"/>
          </a:xfrm>
          <a:prstGeom prst="roundRect">
            <a:avLst>
              <a:gd name="adj" fmla="val 375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41350" y="409575"/>
            <a:ext cx="29289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863501"/>
            <a:ext cx="507950" cy="38100"/>
          </a:xfrm>
          <a:prstGeom prst="roundRect">
            <a:avLst>
              <a:gd name="adj" fmla="val 33333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55502"/>
            <a:ext cx="3911650" cy="1859756"/>
          </a:xfrm>
          <a:prstGeom prst="roundRect">
            <a:avLst>
              <a:gd name="adj" fmla="val 409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358652"/>
            <a:ext cx="403497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1101" y="1993404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Barrier to Web Development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1101" y="2241054"/>
            <a:ext cx="3575456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Non-developers face steep learning curves to build even simple web apps. Traditional tools require HTML, CSS, JS knowledge.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3192959"/>
            <a:ext cx="3911650" cy="1669405"/>
          </a:xfrm>
          <a:prstGeom prst="roundRect">
            <a:avLst>
              <a:gd name="adj" fmla="val 45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1101" y="3396109"/>
            <a:ext cx="403497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11101" y="4030861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Prototyping Cycles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1101" y="4278511"/>
            <a:ext cx="357545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working prototype takes hours or days. Rapid iteration is critical for validation and feedback.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24400" y="1155502"/>
            <a:ext cx="3911650" cy="1669405"/>
          </a:xfrm>
          <a:prstGeom prst="roundRect">
            <a:avLst>
              <a:gd name="adj" fmla="val 4565"/>
            </a:avLst>
          </a:prstGeom>
          <a:solidFill>
            <a:srgbClr val="1A5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7550" y="1358652"/>
            <a:ext cx="204222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27550" y="1993404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to Working App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7550" y="2241054"/>
            <a:ext cx="357545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want in plain language. AI generates, edits, and deploys fully functional web applications in seconds.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24400" y="3002607"/>
            <a:ext cx="3911650" cy="1669405"/>
          </a:xfrm>
          <a:prstGeom prst="roundRect">
            <a:avLst>
              <a:gd name="adj" fmla="val 456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7550" y="3205758"/>
            <a:ext cx="403497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27550" y="3840510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Friction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27550" y="4088160"/>
            <a:ext cx="357545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from code to a shareable URL requires DevOps knowledge. Our platform provides one-click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381000" cy="381000"/>
          </a:xfrm>
          <a:prstGeom prst="roundRect">
            <a:avLst>
              <a:gd name="adj" fmla="val 3750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3250" y="409575"/>
            <a:ext cx="191623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863501"/>
            <a:ext cx="507950" cy="38100"/>
          </a:xfrm>
          <a:prstGeom prst="roundRect">
            <a:avLst>
              <a:gd name="adj" fmla="val 33333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49251"/>
            <a:ext cx="205234" cy="253901"/>
          </a:xfrm>
          <a:prstGeom prst="roundRect">
            <a:avLst>
              <a:gd name="adj" fmla="val 4641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9384" y="1130201"/>
            <a:ext cx="41017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Chat-Driven Generation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9384" y="1320701"/>
            <a:ext cx="410176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app in natural language, AI generates complete code via SSE streaming in real time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763762"/>
            <a:ext cx="201960" cy="253901"/>
          </a:xfrm>
          <a:prstGeom prst="roundRect">
            <a:avLst>
              <a:gd name="adj" fmla="val 47163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6110" y="1744712"/>
            <a:ext cx="41051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Output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110" y="1935212"/>
            <a:ext cx="410510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HTML file, multi-file HTML/CSS/JS bundles, or full Vue 3 projects — choose your 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2378273"/>
            <a:ext cx="211336" cy="253901"/>
          </a:xfrm>
          <a:prstGeom prst="roundRect">
            <a:avLst>
              <a:gd name="adj" fmla="val 4507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5486" y="2359223"/>
            <a:ext cx="40955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Tool-Use Editing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486" y="2549723"/>
            <a:ext cx="409553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reads, writes, modifies, and deletes files through tool calls. Vue SFC syntax validation built 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992785"/>
            <a:ext cx="225177" cy="253901"/>
          </a:xfrm>
          <a:prstGeom prst="roundRect">
            <a:avLst>
              <a:gd name="adj" fmla="val 423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9327" y="2973735"/>
            <a:ext cx="40814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Deploy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327" y="3164235"/>
            <a:ext cx="408142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generated apps as static sites with unique URLs. No DevOps knowledge required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15520" y="1578471"/>
            <a:ext cx="3520529" cy="555427"/>
          </a:xfrm>
          <a:prstGeom prst="roundRect">
            <a:avLst>
              <a:gd name="adj" fmla="val 137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139333" y="1578471"/>
            <a:ext cx="0" cy="5554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0096" y="1705421"/>
            <a:ext cx="32833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Sends Prompt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90096" y="1873597"/>
            <a:ext cx="32833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request, rate-limited (5 req/60s)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08535" y="2210098"/>
            <a:ext cx="346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15520" y="2406848"/>
            <a:ext cx="3520529" cy="555427"/>
          </a:xfrm>
          <a:prstGeom prst="roundRect">
            <a:avLst>
              <a:gd name="adj" fmla="val 137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39333" y="2406848"/>
            <a:ext cx="0" cy="5554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90096" y="2533799"/>
            <a:ext cx="32833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Generates Code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90096" y="2701975"/>
            <a:ext cx="32833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LangChain4j routes to appropriate 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08535" y="3038475"/>
            <a:ext cx="346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15520" y="3235226"/>
            <a:ext cx="3520529" cy="555427"/>
          </a:xfrm>
          <a:prstGeom prst="roundRect">
            <a:avLst>
              <a:gd name="adj" fmla="val 137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139333" y="3235226"/>
            <a:ext cx="0" cy="5554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90096" y="3362176"/>
            <a:ext cx="32833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Parse &amp; Save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90096" y="3530352"/>
            <a:ext cx="32833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Parser/Saver pattern dispatches by type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08535" y="3866852"/>
            <a:ext cx="346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15520" y="4063603"/>
            <a:ext cx="3520529" cy="555427"/>
          </a:xfrm>
          <a:prstGeom prst="roundRect">
            <a:avLst>
              <a:gd name="adj" fmla="val 1371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139333" y="4063603"/>
            <a:ext cx="0" cy="5554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90096" y="4190554"/>
            <a:ext cx="32833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Deploy &amp; Share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90096" y="4358729"/>
            <a:ext cx="32833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deployKey, instant static hosting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000250"/>
            <a:ext cx="3789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34901" y="2244626"/>
            <a:ext cx="378919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2724001"/>
            <a:ext cx="378919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 architecture with clear separation: Controller, Service, AI Facade, Core Parser/Saver, and Storage layers.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03700" y="139898"/>
            <a:ext cx="4540300" cy="845790"/>
          </a:xfrm>
          <a:prstGeom prst="roundRect">
            <a:avLst>
              <a:gd name="adj" fmla="val 9009"/>
            </a:avLst>
          </a:prstGeom>
          <a:solidFill>
            <a:srgbClr val="5EA8A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22750" y="139898"/>
            <a:ext cx="0" cy="84579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19501" y="292298"/>
            <a:ext cx="4229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19501" y="495449"/>
            <a:ext cx="422973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with SSE streaming, rate limiting, and session-based auth via custom AOP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03700" y="1112639"/>
            <a:ext cx="4540300" cy="845790"/>
          </a:xfrm>
          <a:prstGeom prst="roundRect">
            <a:avLst>
              <a:gd name="adj" fmla="val 9009"/>
            </a:avLst>
          </a:prstGeom>
          <a:solidFill>
            <a:srgbClr val="5EA8A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22750" y="1112639"/>
            <a:ext cx="0" cy="84579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9501" y="1265039"/>
            <a:ext cx="4229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 Facade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19501" y="1468189"/>
            <a:ext cx="422973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AiCodeGeneratorFacade routes by CodeGenTypeEnum; per-app service instances cached with Caffeine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03700" y="2085380"/>
            <a:ext cx="4540300" cy="845790"/>
          </a:xfrm>
          <a:prstGeom prst="roundRect">
            <a:avLst>
              <a:gd name="adj" fmla="val 9009"/>
            </a:avLst>
          </a:prstGeom>
          <a:solidFill>
            <a:srgbClr val="5EA8A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22750" y="2085380"/>
            <a:ext cx="0" cy="84579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9501" y="2237780"/>
            <a:ext cx="4229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9501" y="2440930"/>
            <a:ext cx="422973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LangChain4j with 4 model configs: chat, streaming, reasoning (32K tokens), routing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03700" y="3058120"/>
            <a:ext cx="4540300" cy="845790"/>
          </a:xfrm>
          <a:prstGeom prst="roundRect">
            <a:avLst>
              <a:gd name="adj" fmla="val 9009"/>
            </a:avLst>
          </a:prstGeom>
          <a:solidFill>
            <a:srgbClr val="5EA8A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22750" y="3058120"/>
            <a:ext cx="0" cy="84579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9501" y="3210520"/>
            <a:ext cx="4229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Parser/Saver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9501" y="3413671"/>
            <a:ext cx="422973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method pattern: CodeParser and CodeFileSaverTemplate interfaces, executor dispatch by enum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03700" y="4030861"/>
            <a:ext cx="4540300" cy="845790"/>
          </a:xfrm>
          <a:prstGeom prst="roundRect">
            <a:avLst>
              <a:gd name="adj" fmla="val 9009"/>
            </a:avLst>
          </a:prstGeom>
          <a:solidFill>
            <a:srgbClr val="5EA8A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22750" y="4030861"/>
            <a:ext cx="0" cy="845790"/>
          </a:xfrm>
          <a:prstGeom prst="line">
            <a:avLst/>
          </a:prstGeom>
          <a:noFill/>
          <a:ln w="38100">
            <a:solidFill>
              <a:srgbClr val="5EA8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9501" y="4183261"/>
            <a:ext cx="4229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Manager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9501" y="4386411"/>
            <a:ext cx="422973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read/write/modify/delete/dir-read + VueSFC syntax check + Exit tool for AI agents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0"/>
            <a:ext cx="9144000" cy="517779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381000" cy="381000"/>
          </a:xfrm>
          <a:prstGeom prst="roundRect">
            <a:avLst>
              <a:gd name="adj" fmla="val 3750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3250" y="409575"/>
            <a:ext cx="2069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Tech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863501"/>
            <a:ext cx="507950" cy="38100"/>
          </a:xfrm>
          <a:prstGeom prst="roundRect">
            <a:avLst>
              <a:gd name="adj" fmla="val 33333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104751"/>
          <a:ext cx="8127950" cy="355595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Backend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Spring Boot 3.5.10 / Java 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MyBatis-Flex 1.11.1 + MySQL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Cache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Redis (Lettuce) + Caffeine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LangChain4j 1.1.0 (Qwen)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Streaming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Project Reactor (Flux&lt;SSE&gt;)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Alibaba Cloud OSS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Frontend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Vue 3 + Vite + TS + Ant Design Vue + Pinia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API Docs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Knife4j / OpenAPI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Utilities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Hutool, Lombok, Selenium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381000" cy="381000"/>
          </a:xfrm>
          <a:prstGeom prst="roundRect">
            <a:avLst>
              <a:gd name="adj" fmla="val 37500"/>
            </a:avLst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41350" y="409575"/>
            <a:ext cx="22010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863501"/>
            <a:ext cx="507950" cy="38100"/>
          </a:xfrm>
          <a:prstGeom prst="roundRect">
            <a:avLst>
              <a:gd name="adj" fmla="val 33333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04751"/>
            <a:ext cx="3937099" cy="1141512"/>
          </a:xfrm>
          <a:prstGeom prst="roundRect">
            <a:avLst>
              <a:gd name="adj" fmla="val 6675"/>
            </a:avLst>
          </a:prstGeom>
          <a:solidFill>
            <a:srgbClr val="1A5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282452"/>
            <a:ext cx="68464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52773" y="1282452"/>
            <a:ext cx="54695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651" y="1502122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Strategy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651" y="1730722"/>
            <a:ext cx="365333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streaming, reasoning (32K), and routing models — each optimized for its task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7950" y="2373213"/>
            <a:ext cx="3937099" cy="1141512"/>
          </a:xfrm>
          <a:prstGeom prst="roundRect">
            <a:avLst>
              <a:gd name="adj" fmla="val 667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2550914"/>
            <a:ext cx="68464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2773" y="2550914"/>
            <a:ext cx="435376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651" y="2770584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File System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651" y="2999184"/>
            <a:ext cx="365333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can read, write, modify, delete files and check Vue SFC syntax autonomously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98950" y="1104751"/>
            <a:ext cx="3937099" cy="1141512"/>
          </a:xfrm>
          <a:prstGeom prst="roundRect">
            <a:avLst>
              <a:gd name="adj" fmla="val 6675"/>
            </a:avLst>
          </a:prstGeom>
          <a:solidFill>
            <a:srgbClr val="1A5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76651" y="1282452"/>
            <a:ext cx="136928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10894" y="1282452"/>
            <a:ext cx="704070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Msg Window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76651" y="1502122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Context Management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6651" y="1730722"/>
            <a:ext cx="365333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Auto-summarization compresses old rounds when conversations exceed 20 rounds, keeping context focused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98950" y="2373213"/>
            <a:ext cx="3937099" cy="1141512"/>
          </a:xfrm>
          <a:prstGeom prst="roundRect">
            <a:avLst>
              <a:gd name="adj" fmla="val 667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76651" y="2550914"/>
            <a:ext cx="246227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18050" y="2550914"/>
            <a:ext cx="560615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76651" y="2770584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Code Streaming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6651" y="2999184"/>
            <a:ext cx="365333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Flux-based SSE streams AI output in real time; Vue projects use TokenStream for progressive file generation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381000" cy="381000"/>
          </a:xfrm>
          <a:prstGeom prst="roundRect">
            <a:avLst>
              <a:gd name="adj" fmla="val 375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41350" y="409575"/>
            <a:ext cx="255031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&amp; Use Cases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863501"/>
            <a:ext cx="507950" cy="38100"/>
          </a:xfrm>
          <a:prstGeom prst="roundRect">
            <a:avLst>
              <a:gd name="adj" fmla="val 33333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515219"/>
            <a:ext cx="3520529" cy="945654"/>
          </a:xfrm>
          <a:prstGeom prst="roundRect">
            <a:avLst>
              <a:gd name="adj" fmla="val 8058"/>
            </a:avLst>
          </a:prstGeom>
          <a:solidFill>
            <a:srgbClr val="1A5C6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692920"/>
            <a:ext cx="32284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Faster Prototyping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651" y="1927771"/>
            <a:ext cx="322843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deployed web app in minutes instead of hours or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587823"/>
            <a:ext cx="3520529" cy="945654"/>
          </a:xfrm>
          <a:prstGeom prst="roundRect">
            <a:avLst>
              <a:gd name="adj" fmla="val 805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587823"/>
            <a:ext cx="0" cy="945654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3276" y="2765524"/>
            <a:ext cx="31798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DevOps Required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3276" y="3000375"/>
            <a:ext cx="317985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deployment with unique URL — no servers, no config, no CI/CD pipeline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3660428"/>
            <a:ext cx="3520529" cy="945654"/>
          </a:xfrm>
          <a:prstGeom prst="roundRect">
            <a:avLst>
              <a:gd name="adj" fmla="val 8058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3660428"/>
            <a:ext cx="0" cy="945654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276" y="3838129"/>
            <a:ext cx="31798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Refinement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3276" y="4072979"/>
            <a:ext cx="317985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Chat-based editing: tell AI what to change, it modifies files through tool calls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33280" y="110475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46836" y="118095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5030" y="1104751"/>
            <a:ext cx="29535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5030" y="1295251"/>
            <a:ext cx="2953512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 validate ideas with working demos in minutes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33280" y="162981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46836" y="170601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5030" y="1629817"/>
            <a:ext cx="3948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65030" y="1820317"/>
            <a:ext cx="3948440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learn web dev by describing what they want and studying generated code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33280" y="231174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46836" y="238794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65030" y="2311747"/>
            <a:ext cx="37811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Tooling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65030" y="2502247"/>
            <a:ext cx="3781151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build dashboards and admin panels without frontend expertise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33280" y="2836813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46836" y="291301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65030" y="2836813"/>
            <a:ext cx="29400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Demos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65030" y="3027313"/>
            <a:ext cx="2940001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create live prototypes during client meetings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C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1779" y="1446312"/>
            <a:ext cx="18204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54550" y="1982837"/>
            <a:ext cx="634901" cy="38100"/>
          </a:xfrm>
          <a:prstGeom prst="roundRect">
            <a:avLst>
              <a:gd name="adj" fmla="val 33333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30766" y="2224088"/>
            <a:ext cx="28824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Code Generation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86150" y="2728913"/>
            <a:ext cx="2171551" cy="453926"/>
          </a:xfrm>
          <a:prstGeom prst="roundRect">
            <a:avLst>
              <a:gd name="adj" fmla="val 16787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53054" y="2855863"/>
            <a:ext cx="14377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32206" y="3563838"/>
            <a:ext cx="3279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3.5.10 | LangChain4j 1.1.0 | Vue 3 | Redis | MySQL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17779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Code Generation Platform</dc:title>
  <dc:subject>PptxGenJS Presentation</dc:subject>
  <dc:creator>glyahh</dc:creator>
  <cp:lastModifiedBy>glyahh</cp:lastModifiedBy>
  <cp:revision>1</cp:revision>
  <dcterms:created xsi:type="dcterms:W3CDTF">2026-04-21T09:43:55Z</dcterms:created>
  <dcterms:modified xsi:type="dcterms:W3CDTF">2026-04-21T09:43:55Z</dcterms:modified>
</cp:coreProperties>
</file>